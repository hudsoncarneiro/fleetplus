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62" r:id="rId7"/>
    <p:sldId id="270" r:id="rId8"/>
    <p:sldId id="264" r:id="rId9"/>
    <p:sldId id="265" r:id="rId10"/>
    <p:sldId id="267" r:id="rId11"/>
    <p:sldId id="268" r:id="rId12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1014" y="-5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8164" y="194818"/>
            <a:ext cx="9117914" cy="67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632340"/>
            <a:ext cx="9376410" cy="3958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6035" y="2103120"/>
            <a:ext cx="4947920" cy="111188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ESTÁGIO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SUPERVISIONADO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lang="pt-BR" altLang="en-US"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2024: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8890" algn="ctr">
              <a:lnSpc>
                <a:spcPct val="100000"/>
              </a:lnSpc>
              <a:spcBef>
                <a:spcPts val="930"/>
              </a:spcBef>
            </a:pPr>
            <a:r>
              <a:rPr sz="4000" b="1" spc="-10" dirty="0">
                <a:latin typeface="Arial" panose="020B0604020202020204"/>
                <a:cs typeface="Arial" panose="020B0604020202020204"/>
              </a:rPr>
              <a:t>Fleet</a:t>
            </a:r>
            <a:r>
              <a:rPr lang="pt-BR" sz="4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4000" b="1" spc="-10" dirty="0">
                <a:latin typeface="Arial" panose="020B0604020202020204"/>
                <a:cs typeface="Arial" panose="020B0604020202020204"/>
              </a:rPr>
              <a:t>Plus</a:t>
            </a:r>
            <a:endParaRPr sz="4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81"/>
            <a:ext cx="10079990" cy="1367155"/>
            <a:chOff x="0" y="381"/>
            <a:chExt cx="10079990" cy="1367155"/>
          </a:xfrm>
          <a:solidFill>
            <a:srgbClr val="0070C0"/>
          </a:solidFill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4191"/>
              <a:ext cx="10079990" cy="1363345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  <p:sp>
          <p:nvSpPr>
            <p:cNvPr id="6" name="object 6"/>
            <p:cNvSpPr/>
            <p:nvPr/>
          </p:nvSpPr>
          <p:spPr>
            <a:xfrm>
              <a:off x="0" y="381"/>
              <a:ext cx="10079990" cy="1289685"/>
            </a:xfrm>
            <a:custGeom>
              <a:avLst/>
              <a:gdLst/>
              <a:ahLst/>
              <a:cxnLst/>
              <a:rect l="l" t="t" r="r" b="b"/>
              <a:pathLst>
                <a:path w="10079990" h="1289685">
                  <a:moveTo>
                    <a:pt x="10079990" y="0"/>
                  </a:moveTo>
                  <a:lnTo>
                    <a:pt x="0" y="0"/>
                  </a:lnTo>
                  <a:lnTo>
                    <a:pt x="0" y="1289684"/>
                  </a:lnTo>
                  <a:lnTo>
                    <a:pt x="10079990" y="1289684"/>
                  </a:lnTo>
                  <a:lnTo>
                    <a:pt x="100799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985" y="55626"/>
              <a:ext cx="2468880" cy="115252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1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Análise</a:t>
            </a:r>
            <a:r>
              <a:rPr sz="2400" spc="-25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spc="-8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Desenvolvimento</a:t>
            </a:r>
            <a:r>
              <a:rPr sz="2400" spc="-55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de</a:t>
            </a:r>
            <a:r>
              <a:rPr sz="2400" spc="-8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Sistemas</a:t>
            </a:r>
            <a:r>
              <a:rPr sz="2400" spc="-1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(ADS)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822700" y="4147078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1529 – Maria Eduarda  Humberto </a:t>
            </a:r>
            <a:r>
              <a:rPr lang="pt-BR" b="1" dirty="0" err="1"/>
              <a:t>Rask</a:t>
            </a:r>
            <a:endParaRPr lang="pt-BR" b="1" dirty="0"/>
          </a:p>
          <a:p>
            <a:pPr algn="r"/>
            <a:r>
              <a:rPr lang="pt-BR" b="1" dirty="0"/>
              <a:t>1694– Hudson Carneiro Bessa</a:t>
            </a:r>
            <a:endParaRPr lang="pt-BR" b="1" dirty="0"/>
          </a:p>
          <a:p>
            <a:pPr algn="r"/>
            <a:r>
              <a:rPr lang="pt-BR" dirty="0"/>
              <a:t>Estagiários</a:t>
            </a:r>
            <a:endParaRPr lang="pt-BR" dirty="0"/>
          </a:p>
          <a:p>
            <a:pPr algn="r"/>
            <a:endParaRPr lang="pt-BR" dirty="0"/>
          </a:p>
          <a:p>
            <a:pPr algn="r"/>
            <a:r>
              <a:rPr lang="pt-BR" b="1" dirty="0"/>
              <a:t>Prof. Me. Guilherme Dias Vicentini</a:t>
            </a:r>
            <a:endParaRPr lang="pt-BR" b="1" dirty="0"/>
          </a:p>
          <a:p>
            <a:pPr algn="r"/>
            <a:r>
              <a:rPr lang="pt-BR" dirty="0"/>
              <a:t>Orientador</a:t>
            </a:r>
            <a:endParaRPr lang="pt-BR" dirty="0"/>
          </a:p>
        </p:txBody>
      </p:sp>
      <p:sp>
        <p:nvSpPr>
          <p:cNvPr id="10" name="object 3"/>
          <p:cNvSpPr txBox="1"/>
          <p:nvPr/>
        </p:nvSpPr>
        <p:spPr>
          <a:xfrm>
            <a:off x="3594100" y="6833870"/>
            <a:ext cx="2916555" cy="2743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 panose="020B0604030504040204"/>
                <a:cs typeface="Verdana" panose="020B0604030504040204"/>
              </a:rPr>
              <a:t>Cianorte-</a:t>
            </a:r>
            <a:r>
              <a:rPr sz="1800" dirty="0">
                <a:latin typeface="Verdana" panose="020B0604030504040204"/>
                <a:cs typeface="Verdana" panose="020B0604030504040204"/>
              </a:rPr>
              <a:t>PR,</a:t>
            </a:r>
            <a:r>
              <a:rPr sz="180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lang="pt-BR" altLang="en-US" sz="1800" spc="-30" dirty="0">
                <a:latin typeface="Verdana" panose="020B0604030504040204"/>
                <a:cs typeface="Verdana" panose="020B0604030504040204"/>
              </a:rPr>
              <a:t>Junho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/202</a:t>
            </a:r>
            <a:r>
              <a:rPr lang="pt-BR" altLang="en-US" sz="1800" spc="-10" dirty="0">
                <a:latin typeface="Verdana" panose="020B0604030504040204"/>
                <a:cs typeface="Verdana" panose="020B0604030504040204"/>
              </a:rPr>
              <a:t>5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.</a:t>
            </a:r>
            <a:endParaRPr sz="1800" dirty="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95222"/>
            <a:ext cx="5613400" cy="231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Nome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Fantasia: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Distribuidora</a:t>
            </a:r>
            <a:r>
              <a:rPr sz="2000" b="1" spc="-6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Rodovia</a:t>
            </a:r>
            <a:r>
              <a:rPr sz="2000" b="1" spc="-45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 MT"/>
                <a:cs typeface="Arial MT"/>
              </a:rPr>
              <a:t>LTDA </a:t>
            </a:r>
            <a:r>
              <a:rPr sz="2000" spc="-20" dirty="0">
                <a:latin typeface="Arial MT"/>
                <a:cs typeface="Arial MT"/>
              </a:rPr>
              <a:t>Cidade-</a:t>
            </a:r>
            <a:r>
              <a:rPr sz="2000" dirty="0">
                <a:latin typeface="Arial MT"/>
                <a:cs typeface="Arial MT"/>
              </a:rPr>
              <a:t>UF: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Cianorte-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PR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Proprietário: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Lucas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Volpato</a:t>
            </a:r>
            <a:r>
              <a:rPr sz="2000" b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Bariqueli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Arial MT"/>
                <a:cs typeface="Arial MT"/>
              </a:rPr>
              <a:t>Supervisor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Estagiário: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André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Vitor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Maiolli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Cargo: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Administrador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076"/>
            <a:ext cx="10079990" cy="1200785"/>
            <a:chOff x="0" y="0"/>
            <a:chExt cx="10079990" cy="120078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300" y="361907"/>
            <a:ext cx="9117914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DADOS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DA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EMPRESA:</a:t>
            </a:r>
            <a:endParaRPr spc="-10" dirty="0">
              <a:solidFill>
                <a:schemeClr val="bg1"/>
              </a:solidFill>
            </a:endParaRPr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rcRect t="21713" b="21343"/>
          <a:stretch>
            <a:fillRect/>
          </a:stretch>
        </p:blipFill>
        <p:spPr>
          <a:xfrm>
            <a:off x="4432300" y="3476625"/>
            <a:ext cx="4851400" cy="2657475"/>
          </a:xfrm>
          <a:prstGeom prst="rect">
            <a:avLst/>
          </a:prstGeom>
        </p:spPr>
      </p:pic>
      <p:sp>
        <p:nvSpPr>
          <p:cNvPr id="8" name="object 2"/>
          <p:cNvSpPr txBox="1"/>
          <p:nvPr/>
        </p:nvSpPr>
        <p:spPr>
          <a:xfrm>
            <a:off x="6767639" y="6296025"/>
            <a:ext cx="2770505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1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Distribuidora</a:t>
            </a:r>
            <a:r>
              <a:rPr lang="pt-BR" sz="1400" dirty="0">
                <a:latin typeface="Arial MT"/>
                <a:cs typeface="Arial MT"/>
              </a:rPr>
              <a:t> Rodovia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129536" y="2115403"/>
            <a:ext cx="7823709" cy="2375535"/>
          </a:xfrm>
          <a:prstGeom prst="rect">
            <a:avLst/>
          </a:prstGeom>
        </p:spPr>
        <p:txBody>
          <a:bodyPr vert="horz" wrap="square" lIns="0" tIns="344465" rIns="0" bIns="0" rtlCol="0">
            <a:spAutoFit/>
          </a:bodyPr>
          <a:lstStyle/>
          <a:p>
            <a:pPr marL="12700" marR="5080" indent="457200" algn="ctr">
              <a:lnSpc>
                <a:spcPct val="15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O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Fleet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Plus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é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um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sistema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desenvolvido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para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otimizar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2200" spc="-50" dirty="0">
                <a:latin typeface="Arial" panose="020B0604020202020204"/>
                <a:cs typeface="Arial" panose="020B0604020202020204"/>
              </a:rPr>
              <a:t>o gerenciamento de frotas menores de veículos,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controlando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ordens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entrega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e abastecimentos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a partir de cadastros de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motoristas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veículos</a:t>
            </a:r>
            <a:r>
              <a:rPr lang="pt-BR" sz="2200" spc="-10" dirty="0">
                <a:latin typeface="Arial" panose="020B0604020202020204"/>
                <a:cs typeface="Arial" panose="020B0604020202020204"/>
              </a:rPr>
              <a:t>, 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clientes, provedores de serviço, etc</a:t>
            </a:r>
            <a:r>
              <a:rPr sz="2200" dirty="0">
                <a:latin typeface="Arial" panose="020B0604020202020204"/>
                <a:cs typeface="Arial" panose="020B0604020202020204"/>
              </a:rPr>
              <a:t>.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083165" cy="1356995"/>
            <a:chOff x="0" y="292735"/>
            <a:chExt cx="10083165" cy="135699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01625"/>
              <a:ext cx="10082783" cy="1348105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292735"/>
              <a:ext cx="10083165" cy="1280160"/>
            </a:xfrm>
            <a:custGeom>
              <a:avLst/>
              <a:gdLst/>
              <a:ahLst/>
              <a:cxnLst/>
              <a:rect l="l" t="t" r="r" b="b"/>
              <a:pathLst>
                <a:path w="10083165" h="1280160">
                  <a:moveTo>
                    <a:pt x="0" y="1280160"/>
                  </a:moveTo>
                  <a:lnTo>
                    <a:pt x="10082783" y="1280160"/>
                  </a:lnTo>
                  <a:lnTo>
                    <a:pt x="10082783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8500" y="429577"/>
            <a:ext cx="227076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bg1"/>
                </a:solidFill>
              </a:rPr>
              <a:t>OBJETIVOS: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956435" y="1876425"/>
            <a:ext cx="6170930" cy="3577590"/>
          </a:xfrm>
          <a:prstGeom prst="rect">
            <a:avLst/>
          </a:prstGeom>
        </p:spPr>
        <p:txBody>
          <a:bodyPr vert="horz" wrap="square" lIns="0" tIns="530987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Com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relatórios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detalhados,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sistema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oferece </a:t>
            </a:r>
            <a:r>
              <a:rPr sz="2200" dirty="0">
                <a:latin typeface="Arial" panose="020B0604020202020204"/>
                <a:cs typeface="Arial" panose="020B0604020202020204"/>
              </a:rPr>
              <a:t>informações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essenciais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sobre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os registros relacionados a frota de veículos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,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permitindo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um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gerenciamento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mais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eficiente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decisões </a:t>
            </a:r>
            <a:r>
              <a:rPr sz="2200" dirty="0">
                <a:latin typeface="Arial" panose="020B0604020202020204"/>
                <a:cs typeface="Arial" panose="020B0604020202020204"/>
              </a:rPr>
              <a:t>rápidas,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baseadas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em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dados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 err="1">
                <a:latin typeface="Arial" panose="020B0604020202020204"/>
                <a:cs typeface="Arial" panose="020B0604020202020204"/>
              </a:rPr>
              <a:t>atualizados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.</a:t>
            </a:r>
            <a:r>
              <a:rPr lang="pt-BR" sz="2200" spc="-10" dirty="0">
                <a:latin typeface="Arial" panose="020B0604020202020204"/>
                <a:cs typeface="Arial" panose="020B0604020202020204"/>
              </a:rPr>
              <a:t> Deste modo, descartando a utilização de planilhas manuais.</a:t>
            </a:r>
            <a:endParaRPr sz="2200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42484"/>
          </a:xfrm>
          <a:prstGeom prst="rect">
            <a:avLst/>
          </a:prstGeom>
        </p:spPr>
        <p:txBody>
          <a:bodyPr vert="horz" wrap="square" lIns="0" tIns="240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bg1"/>
                </a:solidFill>
              </a:rPr>
              <a:t>JUSTIFICATIVA: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510506" y="1800230"/>
            <a:ext cx="7057708" cy="46570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Linguagem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Programação: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cript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760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Framework: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pt-BR"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sz="22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Dados: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| Sequelize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Biblioteca</a:t>
            </a:r>
            <a:r>
              <a:rPr sz="2200" spc="-7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Ambiente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sz="22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spc="-5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Autenticação: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JWT (JSON Web Token)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Criptografia: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Bcrypt.js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Containerização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: Docker &amp; Docker Compose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  <a:cs typeface="+mj-cs"/>
              </a:rPr>
              <a:t>RECURSOS TECNOLÓGICOS:</a:t>
            </a:r>
            <a:endParaRPr dirty="0">
              <a:solidFill>
                <a:schemeClr val="bg1"/>
              </a:solidFill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7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8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lang="pt-BR" dirty="0">
                <a:solidFill>
                  <a:schemeClr val="bg1"/>
                </a:solidFill>
                <a:cs typeface="+mj-cs"/>
              </a:rPr>
              <a:t>OUTROS SOFTWARES</a:t>
            </a:r>
            <a:r>
              <a:rPr dirty="0">
                <a:solidFill>
                  <a:schemeClr val="bg1"/>
                </a:solidFill>
                <a:cs typeface="+mj-cs"/>
              </a:rPr>
              <a:t>:</a:t>
            </a:r>
            <a:endParaRPr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9" name="object 3"/>
          <p:cNvSpPr txBox="1">
            <a:spLocks noGrp="1"/>
          </p:cNvSpPr>
          <p:nvPr>
            <p:ph type="body" idx="1"/>
          </p:nvPr>
        </p:nvSpPr>
        <p:spPr>
          <a:xfrm>
            <a:off x="1832292" y="2536148"/>
            <a:ext cx="6415405" cy="1697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lnSpc>
                <a:spcPts val="3300"/>
              </a:lnSpc>
              <a:spcBef>
                <a:spcPts val="3075"/>
              </a:spcBef>
              <a:tabLst>
                <a:tab pos="2306320" algn="l"/>
              </a:tabLst>
            </a:pPr>
            <a:r>
              <a:rPr sz="2200" dirty="0">
                <a:latin typeface="Arial MT"/>
                <a:cs typeface="Arial MT"/>
              </a:rPr>
              <a:t>Teste</a:t>
            </a:r>
            <a:r>
              <a:rPr lang="pt-BR" sz="2200" dirty="0">
                <a:latin typeface="Arial MT"/>
                <a:cs typeface="Arial MT"/>
              </a:rPr>
              <a:t>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20" dirty="0">
                <a:latin typeface="Arial MT"/>
                <a:cs typeface="Arial MT"/>
              </a:rPr>
              <a:t> Api:</a:t>
            </a:r>
            <a:r>
              <a:rPr lang="pt-BR" sz="2200" spc="-20" dirty="0"/>
              <a:t> </a:t>
            </a:r>
            <a:r>
              <a:rPr sz="2200" b="1" spc="-10" dirty="0">
                <a:latin typeface="Arial MT"/>
                <a:cs typeface="Arial MT"/>
              </a:rPr>
              <a:t>Postman</a:t>
            </a:r>
            <a:endParaRPr sz="2200" b="1" dirty="0">
              <a:latin typeface="Arial MT"/>
              <a:cs typeface="Arial MT"/>
            </a:endParaRPr>
          </a:p>
          <a:p>
            <a:pPr marL="12700" algn="l">
              <a:lnSpc>
                <a:spcPts val="3230"/>
              </a:lnSpc>
              <a:tabLst>
                <a:tab pos="4756785" algn="l"/>
              </a:tabLst>
            </a:pPr>
            <a:r>
              <a:rPr sz="2200" dirty="0" err="1">
                <a:latin typeface="Arial MT"/>
                <a:cs typeface="Arial MT"/>
              </a:rPr>
              <a:t>Servidor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lang="pt-BR" sz="2200" dirty="0">
                <a:latin typeface="Arial MT"/>
                <a:cs typeface="Arial MT"/>
              </a:rPr>
              <a:t>database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lang="pt-BR" sz="2200" spc="-10" dirty="0"/>
              <a:t> </a:t>
            </a:r>
            <a:r>
              <a:rPr lang="pt-BR" sz="2200" b="1" spc="-10" dirty="0">
                <a:latin typeface="Arial MT"/>
                <a:cs typeface="Arial MT"/>
              </a:rPr>
              <a:t>Docker</a:t>
            </a:r>
            <a:endParaRPr lang="pt-BR" sz="2200" b="1" spc="-10" dirty="0">
              <a:latin typeface="Arial MT"/>
              <a:cs typeface="Arial MT"/>
            </a:endParaRPr>
          </a:p>
          <a:p>
            <a:pPr marL="12700" algn="l">
              <a:lnSpc>
                <a:spcPts val="3230"/>
              </a:lnSpc>
              <a:tabLst>
                <a:tab pos="4756785" algn="l"/>
              </a:tabLst>
            </a:pPr>
            <a:r>
              <a:rPr lang="en-US" altLang="pt-BR" sz="2200" dirty="0">
                <a:latin typeface="Arial MT"/>
                <a:cs typeface="Arial MT"/>
              </a:rPr>
              <a:t>Gerenciador</a:t>
            </a:r>
            <a:r>
              <a:rPr lang="pt-BR" altLang="en-US" sz="2200" dirty="0">
                <a:latin typeface="Arial MT"/>
                <a:cs typeface="Arial MT"/>
              </a:rPr>
              <a:t> database</a:t>
            </a:r>
            <a:r>
              <a:rPr lang="en-US" altLang="pt-BR" sz="2200" dirty="0">
                <a:latin typeface="Arial MT"/>
                <a:cs typeface="Arial MT"/>
              </a:rPr>
              <a:t>:</a:t>
            </a:r>
            <a:r>
              <a:rPr lang="en-US" altLang="pt-BR" sz="2200" b="1" dirty="0">
                <a:latin typeface="Arial MT"/>
                <a:cs typeface="Arial MT"/>
              </a:rPr>
              <a:t> Adminer (via container)</a:t>
            </a:r>
            <a:endParaRPr lang="en-US" altLang="pt-BR" sz="2200" b="1" dirty="0">
              <a:latin typeface="Arial MT"/>
              <a:cs typeface="Arial MT"/>
            </a:endParaRPr>
          </a:p>
          <a:p>
            <a:pPr marL="12700" marR="5080" algn="l">
              <a:lnSpc>
                <a:spcPts val="3220"/>
              </a:lnSpc>
              <a:spcBef>
                <a:spcPts val="150"/>
              </a:spcBef>
            </a:pPr>
            <a:r>
              <a:rPr sz="2200" dirty="0">
                <a:latin typeface="Arial MT"/>
                <a:cs typeface="Arial MT"/>
              </a:rPr>
              <a:t>Ambiente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 err="1">
                <a:latin typeface="Arial MT"/>
                <a:cs typeface="Arial MT"/>
              </a:rPr>
              <a:t>desenvolvimento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Visual</a:t>
            </a:r>
            <a:r>
              <a:rPr sz="2200" b="1" spc="-8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 MT"/>
                <a:cs typeface="Arial MT"/>
              </a:rPr>
              <a:t>Studio </a:t>
            </a:r>
            <a:r>
              <a:rPr sz="2200" b="1" spc="-20" dirty="0">
                <a:latin typeface="Arial MT"/>
                <a:cs typeface="Arial MT"/>
              </a:rPr>
              <a:t>code</a:t>
            </a:r>
            <a:endParaRPr sz="22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17861"/>
          </a:xfrm>
          <a:prstGeom prst="rect">
            <a:avLst/>
          </a:prstGeom>
        </p:spPr>
        <p:txBody>
          <a:bodyPr vert="horz" wrap="square" lIns="0" tIns="215646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DIAGRAMA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CASO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USO:</a:t>
            </a:r>
            <a:endParaRPr spc="-20" dirty="0">
              <a:solidFill>
                <a:schemeClr val="bg1"/>
              </a:solidFill>
            </a:endParaRPr>
          </a:p>
        </p:txBody>
      </p:sp>
      <p:pic>
        <p:nvPicPr>
          <p:cNvPr id="2" name="Imagem 1" descr="UseC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1266825"/>
            <a:ext cx="5260340" cy="5741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08627"/>
          </a:xfrm>
          <a:prstGeom prst="rect">
            <a:avLst/>
          </a:prstGeom>
        </p:spPr>
        <p:txBody>
          <a:bodyPr vert="horz" wrap="square" lIns="0" tIns="206501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LAYOUT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SISTEMA:</a:t>
            </a:r>
            <a:endParaRPr spc="-10" dirty="0">
              <a:solidFill>
                <a:schemeClr val="bg1"/>
              </a:solidFill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15" y="1790700"/>
            <a:ext cx="8214359" cy="3981450"/>
          </a:xfrm>
          <a:prstGeom prst="rect">
            <a:avLst/>
          </a:prstGeom>
        </p:spPr>
      </p:pic>
      <p:sp>
        <p:nvSpPr>
          <p:cNvPr id="12" name="object 2"/>
          <p:cNvSpPr txBox="1"/>
          <p:nvPr/>
        </p:nvSpPr>
        <p:spPr>
          <a:xfrm>
            <a:off x="7251700" y="5838825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 err="1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1400" b="1" spc="-25" dirty="0">
                <a:latin typeface="Arial" panose="020B0604020202020204"/>
                <a:cs typeface="Arial" panose="020B0604020202020204"/>
              </a:rPr>
              <a:t>2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Main</a:t>
            </a:r>
            <a:r>
              <a:rPr lang="pt-BR"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Section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60" y="1044929"/>
            <a:ext cx="8209280" cy="4009389"/>
          </a:xfrm>
          <a:prstGeom prst="rect">
            <a:avLst/>
          </a:prstGeom>
        </p:spPr>
      </p:pic>
      <p:sp>
        <p:nvSpPr>
          <p:cNvPr id="7" name="object 2"/>
          <p:cNvSpPr txBox="1"/>
          <p:nvPr/>
        </p:nvSpPr>
        <p:spPr>
          <a:xfrm>
            <a:off x="7400925" y="5054318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 err="1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1400" b="1" spc="-25" dirty="0">
                <a:latin typeface="Arial" panose="020B0604020202020204"/>
                <a:cs typeface="Arial" panose="020B0604020202020204"/>
              </a:rPr>
              <a:t>2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>
                <a:latin typeface="Arial MT"/>
                <a:cs typeface="Arial MT"/>
              </a:rPr>
              <a:t>Dashboard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3"/>
          <p:cNvGrpSpPr/>
          <p:nvPr/>
        </p:nvGrpSpPr>
        <p:grpSpPr>
          <a:xfrm>
            <a:off x="-954" y="3425825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10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11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/>
          <p:nvPr/>
        </p:nvSpPr>
        <p:spPr>
          <a:xfrm>
            <a:off x="912621" y="5619242"/>
            <a:ext cx="3911600" cy="900246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spcBef>
                <a:spcPts val="1295"/>
              </a:spcBef>
            </a:pPr>
            <a:r>
              <a:rPr lang="pt-BR" b="1" dirty="0">
                <a:latin typeface="Arial" panose="020B0604020202020204"/>
                <a:cs typeface="Arial" panose="020B0604020202020204"/>
              </a:rPr>
              <a:t>Maria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Eduarda</a:t>
            </a:r>
            <a:r>
              <a:rPr lang="pt-BR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Humberto </a:t>
            </a:r>
            <a:r>
              <a:rPr lang="pt-BR" b="1" dirty="0" err="1">
                <a:latin typeface="Arial" panose="020B0604020202020204"/>
                <a:cs typeface="Arial" panose="020B0604020202020204"/>
              </a:rPr>
              <a:t>Rask</a:t>
            </a:r>
            <a:endParaRPr lang="pt-BR" b="1" spc="-20" dirty="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1295"/>
              </a:spcBef>
            </a:pPr>
            <a:r>
              <a:rPr lang="pt-BR" spc="-20" dirty="0">
                <a:latin typeface="Arial" panose="020B0604020202020204"/>
                <a:cs typeface="Arial" panose="020B0604020202020204"/>
              </a:rPr>
              <a:t>mariaeduardah0306@gmail.com</a:t>
            </a:r>
            <a:endParaRPr lang="pt-BR" spc="-2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9059" y="1469136"/>
            <a:ext cx="2259965" cy="9022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86126" y="3594861"/>
            <a:ext cx="55098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4800" spc="-2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B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R</a:t>
            </a:r>
            <a:r>
              <a:rPr sz="4800" spc="-4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4800" spc="-4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G</a:t>
            </a:r>
            <a:r>
              <a:rPr sz="4800" spc="-6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4800" spc="-2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!</a:t>
            </a:r>
            <a:endParaRPr sz="4800" dirty="0">
              <a:solidFill>
                <a:schemeClr val="bg1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5840221" y="5619242"/>
            <a:ext cx="3911600" cy="931024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b="1" dirty="0">
                <a:latin typeface="Arial" panose="020B0604020202020204"/>
                <a:cs typeface="Arial" panose="020B0604020202020204"/>
              </a:rPr>
              <a:t>Hudson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Carneiro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spc="-20" dirty="0">
                <a:latin typeface="Arial" panose="020B0604020202020204"/>
                <a:cs typeface="Arial" panose="020B0604020202020204"/>
              </a:rPr>
              <a:t>Bessa</a:t>
            </a:r>
            <a:endParaRPr lang="pt-BR" b="1" spc="-2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spc="-20" dirty="0">
                <a:latin typeface="Arial" panose="020B0604020202020204"/>
                <a:cs typeface="Arial" panose="020B0604020202020204"/>
              </a:rPr>
              <a:t>hudsoncarneiro2004@gmail.com</a:t>
            </a:r>
            <a:endParaRPr lang="pt-BR" sz="2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WPS Presentation</Application>
  <PresentationFormat>Personalizar</PresentationFormat>
  <Paragraphs>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Verdana</vt:lpstr>
      <vt:lpstr>Arial MT</vt:lpstr>
      <vt:lpstr>Arial</vt:lpstr>
      <vt:lpstr>Arial Black</vt:lpstr>
      <vt:lpstr>Microsoft YaHei</vt:lpstr>
      <vt:lpstr>Arial Unicode MS</vt:lpstr>
      <vt:lpstr>Calibri</vt:lpstr>
      <vt:lpstr>Office Theme</vt:lpstr>
      <vt:lpstr>Análise e Desenvolvimento de Sistemas (ADS)</vt:lpstr>
      <vt:lpstr>DADOS DA EMPRESA:</vt:lpstr>
      <vt:lpstr>OBJETIVOS:</vt:lpstr>
      <vt:lpstr>JUSTIFICATIVA:</vt:lpstr>
      <vt:lpstr>RECURSOS TECNOLÓGICOS:</vt:lpstr>
      <vt:lpstr>OUTROS SOFTWARES:</vt:lpstr>
      <vt:lpstr>DIAGRAMA DE CASO DE USO:</vt:lpstr>
      <vt:lpstr>LAYOUT DO SISTEMA: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SPACE1</dc:creator>
  <cp:lastModifiedBy>User</cp:lastModifiedBy>
  <cp:revision>6</cp:revision>
  <dcterms:created xsi:type="dcterms:W3CDTF">2024-12-11T13:48:00Z</dcterms:created>
  <dcterms:modified xsi:type="dcterms:W3CDTF">2025-06-25T20:26:56Z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2024-12-10T18:00:00Z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2024-12-10T18:00:00Z</vt:filetime>
  </property>
  <property fmtid="{D5CDD505-2E9C-101B-9397-08002B2CF9AE}" pid="5" name="Producer">
    <vt:lpwstr>www.ilovepdf.com</vt:lpwstr>
  </property>
  <property fmtid="{D5CDD505-2E9C-101B-9397-08002B2CF9AE}" pid="6" name="ICV">
    <vt:lpwstr>249347D47F5147B5BEBD541094D35E91_13</vt:lpwstr>
  </property>
  <property fmtid="{D5CDD505-2E9C-101B-9397-08002B2CF9AE}" pid="7" name="KSOProductBuildVer">
    <vt:lpwstr>1046-12.2.0.21183</vt:lpwstr>
  </property>
</Properties>
</file>