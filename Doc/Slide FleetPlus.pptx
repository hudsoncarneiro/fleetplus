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70" r:id="rId7"/>
    <p:sldId id="264" r:id="rId8"/>
    <p:sldId id="265" r:id="rId9"/>
    <p:sldId id="267" r:id="rId10"/>
    <p:sldId id="268" r:id="rId11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014" y="-5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8164" y="194818"/>
            <a:ext cx="9117914" cy="67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632340"/>
            <a:ext cx="9376410" cy="3958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9870" y="2103362"/>
            <a:ext cx="4540250" cy="111569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dirty="0">
                <a:latin typeface="Arial"/>
                <a:cs typeface="Arial"/>
              </a:rPr>
              <a:t>ESTÁGIO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SUPERVISIONADO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2024:</a:t>
            </a:r>
            <a:endParaRPr sz="2000" dirty="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  <a:spcBef>
                <a:spcPts val="930"/>
              </a:spcBef>
            </a:pPr>
            <a:r>
              <a:rPr sz="4000" b="1" spc="-10" dirty="0">
                <a:latin typeface="Arial"/>
                <a:cs typeface="Arial"/>
              </a:rPr>
              <a:t>Fleet</a:t>
            </a:r>
            <a:r>
              <a:rPr lang="pt-BR" sz="4000" b="1" spc="-10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Plus</a:t>
            </a:r>
            <a:endParaRPr sz="40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81"/>
            <a:ext cx="10079990" cy="1367155"/>
            <a:chOff x="0" y="381"/>
            <a:chExt cx="10079990" cy="1367155"/>
          </a:xfrm>
          <a:solidFill>
            <a:srgbClr val="0070C0"/>
          </a:solidFill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91"/>
              <a:ext cx="10079990" cy="1363345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  <p:sp>
          <p:nvSpPr>
            <p:cNvPr id="6" name="object 6"/>
            <p:cNvSpPr/>
            <p:nvPr/>
          </p:nvSpPr>
          <p:spPr>
            <a:xfrm>
              <a:off x="0" y="381"/>
              <a:ext cx="10079990" cy="1289685"/>
            </a:xfrm>
            <a:custGeom>
              <a:avLst/>
              <a:gdLst/>
              <a:ahLst/>
              <a:cxnLst/>
              <a:rect l="l" t="t" r="r" b="b"/>
              <a:pathLst>
                <a:path w="10079990" h="1289685">
                  <a:moveTo>
                    <a:pt x="10079990" y="0"/>
                  </a:moveTo>
                  <a:lnTo>
                    <a:pt x="0" y="0"/>
                  </a:lnTo>
                  <a:lnTo>
                    <a:pt x="0" y="1289684"/>
                  </a:lnTo>
                  <a:lnTo>
                    <a:pt x="10079990" y="1289684"/>
                  </a:lnTo>
                  <a:lnTo>
                    <a:pt x="100799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985" y="55626"/>
              <a:ext cx="2468880" cy="115252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1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0F0F0"/>
                </a:solidFill>
                <a:latin typeface="Arial"/>
                <a:cs typeface="Arial"/>
              </a:rPr>
              <a:t>Análise</a:t>
            </a:r>
            <a:r>
              <a:rPr sz="2400" spc="-25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F0F0"/>
                </a:solidFill>
                <a:latin typeface="Arial"/>
                <a:cs typeface="Arial"/>
              </a:rPr>
              <a:t>e</a:t>
            </a:r>
            <a:r>
              <a:rPr sz="2400" spc="-8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/>
                <a:cs typeface="Arial"/>
              </a:rPr>
              <a:t>Desenvolvimento</a:t>
            </a:r>
            <a:r>
              <a:rPr sz="2400" spc="-55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F0F0"/>
                </a:solidFill>
                <a:latin typeface="Arial"/>
                <a:cs typeface="Arial"/>
              </a:rPr>
              <a:t>de</a:t>
            </a:r>
            <a:r>
              <a:rPr sz="2400" spc="-8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F0F0"/>
                </a:solidFill>
                <a:latin typeface="Arial"/>
                <a:cs typeface="Arial"/>
              </a:rPr>
              <a:t>Sistemas</a:t>
            </a:r>
            <a:r>
              <a:rPr sz="2400" spc="-11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/>
                <a:cs typeface="Arial"/>
              </a:rPr>
              <a:t>(ADS)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323793-797D-572F-EC2C-ADE8C4F43A83}"/>
              </a:ext>
            </a:extLst>
          </p:cNvPr>
          <p:cNvSpPr txBox="1"/>
          <p:nvPr/>
        </p:nvSpPr>
        <p:spPr>
          <a:xfrm>
            <a:off x="3822700" y="4147078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1529 – Maria Eduarda  Humberto </a:t>
            </a:r>
            <a:r>
              <a:rPr lang="pt-BR" b="1" dirty="0" err="1"/>
              <a:t>Rask</a:t>
            </a:r>
            <a:endParaRPr lang="pt-BR" b="1" dirty="0"/>
          </a:p>
          <a:p>
            <a:pPr algn="r"/>
            <a:r>
              <a:rPr lang="pt-BR" b="1" dirty="0"/>
              <a:t>1694– Hudson Carneiro Bessa</a:t>
            </a:r>
          </a:p>
          <a:p>
            <a:pPr algn="r"/>
            <a:r>
              <a:rPr lang="pt-BR" dirty="0"/>
              <a:t>Estagiários</a:t>
            </a:r>
          </a:p>
          <a:p>
            <a:pPr algn="r"/>
            <a:endParaRPr lang="pt-BR" dirty="0"/>
          </a:p>
          <a:p>
            <a:pPr algn="r"/>
            <a:r>
              <a:rPr lang="pt-BR" b="1" dirty="0"/>
              <a:t>Prof. Me. Guilherme Dias Vicentini</a:t>
            </a:r>
          </a:p>
          <a:p>
            <a:pPr algn="r"/>
            <a:r>
              <a:rPr lang="pt-BR" dirty="0"/>
              <a:t>Orientador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91F7C89-66BD-AEA9-5FD5-2750F167A192}"/>
              </a:ext>
            </a:extLst>
          </p:cNvPr>
          <p:cNvSpPr txBox="1"/>
          <p:nvPr/>
        </p:nvSpPr>
        <p:spPr>
          <a:xfrm>
            <a:off x="2908300" y="6829425"/>
            <a:ext cx="34886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Cianorte-</a:t>
            </a:r>
            <a:r>
              <a:rPr sz="1800" dirty="0">
                <a:latin typeface="Verdana"/>
                <a:cs typeface="Verdana"/>
              </a:rPr>
              <a:t>PR,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lang="pt-BR" spc="-10" dirty="0">
                <a:latin typeface="Verdana"/>
                <a:cs typeface="Verdana"/>
              </a:rPr>
              <a:t>Novembro</a:t>
            </a:r>
            <a:r>
              <a:rPr sz="1800" spc="-10" dirty="0">
                <a:latin typeface="Verdana"/>
                <a:cs typeface="Verdana"/>
              </a:rPr>
              <a:t>/2024.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95222"/>
            <a:ext cx="5613400" cy="231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501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Nome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Fantasia: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Distribuidora</a:t>
            </a:r>
            <a:r>
              <a:rPr sz="2000" b="1" spc="-6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Rodovia</a:t>
            </a:r>
            <a:r>
              <a:rPr sz="2000" b="1" spc="-45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 MT"/>
                <a:cs typeface="Arial MT"/>
              </a:rPr>
              <a:t>LTDA </a:t>
            </a:r>
            <a:r>
              <a:rPr sz="2000" spc="-20" dirty="0">
                <a:latin typeface="Arial MT"/>
                <a:cs typeface="Arial MT"/>
              </a:rPr>
              <a:t>Cidade-</a:t>
            </a:r>
            <a:r>
              <a:rPr sz="2000" dirty="0">
                <a:latin typeface="Arial MT"/>
                <a:cs typeface="Arial MT"/>
              </a:rPr>
              <a:t>UF: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Cianorte-</a:t>
            </a:r>
            <a:r>
              <a:rPr sz="2000" b="1" spc="-25" dirty="0">
                <a:latin typeface="Arial"/>
                <a:cs typeface="Arial"/>
              </a:rPr>
              <a:t>PR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Proprietário: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Lucas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Volpato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Bariqueli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Arial MT"/>
                <a:cs typeface="Arial MT"/>
              </a:rPr>
              <a:t>Supervisor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Estagiário: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André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Vitor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Maiolli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Cargo: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Administrador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076"/>
            <a:ext cx="10079990" cy="1200785"/>
            <a:chOff x="0" y="0"/>
            <a:chExt cx="10079990" cy="120078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300" y="361907"/>
            <a:ext cx="9117914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DADOS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DA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EMPRESA:</a:t>
            </a: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69005991-D64F-E936-0EAF-4A45F4690038}"/>
              </a:ext>
            </a:extLst>
          </p:cNvPr>
          <p:cNvPicPr/>
          <p:nvPr/>
        </p:nvPicPr>
        <p:blipFill>
          <a:blip r:embed="rId3" cstate="print"/>
          <a:srcRect t="21713" b="21343"/>
          <a:stretch/>
        </p:blipFill>
        <p:spPr>
          <a:xfrm>
            <a:off x="4432300" y="3476625"/>
            <a:ext cx="4851400" cy="265747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BAED354C-A35D-A3AD-5258-D9D3CD0C76B8}"/>
              </a:ext>
            </a:extLst>
          </p:cNvPr>
          <p:cNvSpPr txBox="1"/>
          <p:nvPr/>
        </p:nvSpPr>
        <p:spPr>
          <a:xfrm>
            <a:off x="6767639" y="6296025"/>
            <a:ext cx="2770505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Figura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1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Distribuidora</a:t>
            </a:r>
            <a:r>
              <a:rPr lang="pt-BR" sz="1400" dirty="0">
                <a:latin typeface="Arial MT"/>
                <a:cs typeface="Arial MT"/>
              </a:rPr>
              <a:t> Rodovia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129536" y="2115403"/>
            <a:ext cx="7823709" cy="2316381"/>
          </a:xfrm>
          <a:prstGeom prst="rect">
            <a:avLst/>
          </a:prstGeom>
        </p:spPr>
        <p:txBody>
          <a:bodyPr vert="horz" wrap="square" lIns="0" tIns="344465" rIns="0" bIns="0" rtlCol="0">
            <a:spAutoFit/>
          </a:bodyPr>
          <a:lstStyle/>
          <a:p>
            <a:pPr marL="12700" marR="5080" indent="457200">
              <a:lnSpc>
                <a:spcPct val="150200"/>
              </a:lnSpc>
              <a:spcBef>
                <a:spcPts val="95"/>
              </a:spcBef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Fleet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Plus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um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sistema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desenvolvido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para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 err="1">
                <a:latin typeface="Arial"/>
                <a:cs typeface="Arial"/>
              </a:rPr>
              <a:t>otimizar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lang="pt-BR" sz="2200" spc="-50" dirty="0">
                <a:latin typeface="Arial"/>
                <a:cs typeface="Arial"/>
              </a:rPr>
              <a:t>o gerenciamento de frotas menores de veículos, </a:t>
            </a:r>
            <a:r>
              <a:rPr sz="2200" dirty="0" err="1">
                <a:latin typeface="Arial"/>
                <a:cs typeface="Arial"/>
              </a:rPr>
              <a:t>controlando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ordens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 err="1">
                <a:latin typeface="Arial"/>
                <a:cs typeface="Arial"/>
              </a:rPr>
              <a:t>entrega</a:t>
            </a:r>
            <a:r>
              <a:rPr lang="pt-BR" sz="2200" dirty="0">
                <a:latin typeface="Arial"/>
                <a:cs typeface="Arial"/>
              </a:rPr>
              <a:t> e abastecimentos</a:t>
            </a:r>
            <a:r>
              <a:rPr sz="2200" dirty="0">
                <a:latin typeface="Arial"/>
                <a:cs typeface="Arial"/>
              </a:rPr>
              <a:t>,</a:t>
            </a:r>
            <a:r>
              <a:rPr lang="pt-BR" sz="2200" dirty="0">
                <a:latin typeface="Arial"/>
                <a:cs typeface="Arial"/>
              </a:rPr>
              <a:t> a partir de cadastros de </a:t>
            </a:r>
            <a:r>
              <a:rPr sz="2200" dirty="0" err="1">
                <a:latin typeface="Arial"/>
                <a:cs typeface="Arial"/>
              </a:rPr>
              <a:t>motoristas</a:t>
            </a:r>
            <a:r>
              <a:rPr sz="2200" dirty="0">
                <a:latin typeface="Arial"/>
                <a:cs typeface="Arial"/>
              </a:rPr>
              <a:t>,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veículos 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lang="pt-BR" sz="2200" dirty="0">
                <a:latin typeface="Arial"/>
                <a:cs typeface="Arial"/>
              </a:rPr>
              <a:t>clientes</a:t>
            </a:r>
            <a:r>
              <a:rPr sz="2200" dirty="0">
                <a:latin typeface="Arial"/>
                <a:cs typeface="Arial"/>
              </a:rPr>
              <a:t>.</a:t>
            </a:r>
            <a:r>
              <a:rPr sz="2200" spc="-60" dirty="0">
                <a:latin typeface="Arial"/>
                <a:cs typeface="Arial"/>
              </a:rPr>
              <a:t> 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083165" cy="1356995"/>
            <a:chOff x="0" y="292735"/>
            <a:chExt cx="10083165" cy="135699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1625"/>
              <a:ext cx="10082783" cy="1348105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292735"/>
              <a:ext cx="10083165" cy="1280160"/>
            </a:xfrm>
            <a:custGeom>
              <a:avLst/>
              <a:gdLst/>
              <a:ahLst/>
              <a:cxnLst/>
              <a:rect l="l" t="t" r="r" b="b"/>
              <a:pathLst>
                <a:path w="10083165" h="1280160">
                  <a:moveTo>
                    <a:pt x="0" y="1280160"/>
                  </a:moveTo>
                  <a:lnTo>
                    <a:pt x="10082783" y="1280160"/>
                  </a:lnTo>
                  <a:lnTo>
                    <a:pt x="10082783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8500" y="429577"/>
            <a:ext cx="227076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bg1"/>
                </a:solidFill>
              </a:rPr>
              <a:t>OBJETIVOS: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ACF1E0D1-8580-8FE4-1908-B8B674A22744}"/>
              </a:ext>
            </a:extLst>
          </p:cNvPr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65F0216-0030-9AD8-916A-6B21B97380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26E5A210-15D9-9AF8-C10A-0553987C722F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13890" y="2028825"/>
            <a:ext cx="7252209" cy="3012556"/>
          </a:xfrm>
          <a:prstGeom prst="rect">
            <a:avLst/>
          </a:prstGeom>
        </p:spPr>
        <p:txBody>
          <a:bodyPr vert="horz" wrap="square" lIns="0" tIns="530987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Com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relatórios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detalhados,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sistema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oferece </a:t>
            </a:r>
            <a:r>
              <a:rPr sz="2200" dirty="0">
                <a:latin typeface="Arial"/>
                <a:cs typeface="Arial"/>
              </a:rPr>
              <a:t>informações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 err="1">
                <a:latin typeface="Arial"/>
                <a:cs typeface="Arial"/>
              </a:rPr>
              <a:t>essenciais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 err="1">
                <a:latin typeface="Arial"/>
                <a:cs typeface="Arial"/>
              </a:rPr>
              <a:t>sobre</a:t>
            </a:r>
            <a:r>
              <a:rPr lang="pt-BR" sz="2200" dirty="0">
                <a:latin typeface="Arial"/>
                <a:cs typeface="Arial"/>
              </a:rPr>
              <a:t> os registros relacionados a frota de veículos</a:t>
            </a:r>
            <a:r>
              <a:rPr sz="2200" spc="-10" dirty="0">
                <a:latin typeface="Arial"/>
                <a:cs typeface="Arial"/>
              </a:rPr>
              <a:t>, </a:t>
            </a:r>
            <a:r>
              <a:rPr sz="2200" dirty="0" err="1">
                <a:latin typeface="Arial"/>
                <a:cs typeface="Arial"/>
              </a:rPr>
              <a:t>permitindo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um</a:t>
            </a:r>
            <a:r>
              <a:rPr lang="pt-BR" sz="2200" dirty="0">
                <a:latin typeface="Arial"/>
                <a:cs typeface="Arial"/>
              </a:rPr>
              <a:t> gerenciamento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mais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eficiente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decisões </a:t>
            </a:r>
            <a:r>
              <a:rPr sz="2200" dirty="0">
                <a:latin typeface="Arial"/>
                <a:cs typeface="Arial"/>
              </a:rPr>
              <a:t>rápidas,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baseadas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dados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 err="1">
                <a:latin typeface="Arial"/>
                <a:cs typeface="Arial"/>
              </a:rPr>
              <a:t>atualizados</a:t>
            </a:r>
            <a:r>
              <a:rPr sz="2200" spc="-10" dirty="0">
                <a:latin typeface="Arial"/>
                <a:cs typeface="Arial"/>
              </a:rPr>
              <a:t>.</a:t>
            </a:r>
            <a:r>
              <a:rPr lang="pt-BR" sz="2200" spc="-10" dirty="0">
                <a:latin typeface="Arial"/>
                <a:cs typeface="Arial"/>
              </a:rPr>
              <a:t> Deste modo, descartando a utilização de planilhas manuais.</a:t>
            </a:r>
            <a:endParaRPr sz="2200" spc="-1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42484"/>
          </a:xfrm>
          <a:prstGeom prst="rect">
            <a:avLst/>
          </a:prstGeom>
        </p:spPr>
        <p:txBody>
          <a:bodyPr vert="horz" wrap="square" lIns="0" tIns="240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bg1"/>
                </a:solidFill>
              </a:rPr>
              <a:t>JUSTIFICATIVA: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4B7CEF1A-1BE5-BC76-2FD9-582061F31895}"/>
              </a:ext>
            </a:extLst>
          </p:cNvPr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AF478D8F-7A53-06BA-C864-BCE388DF4BE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BC3CF6A4-DB21-BD44-D8BE-B1BD38EEE092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511141" y="2009145"/>
            <a:ext cx="7057708" cy="35445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Linguagem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Programação: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cript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760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Framework: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pt-BR"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sz="22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Dados: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Biblioteca</a:t>
            </a:r>
            <a:r>
              <a:rPr sz="2200" spc="-7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Ambiente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sz="22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spc="-5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Linguagem de Marcação de Hipertexto: 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HTML | JSX</a:t>
            </a: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Linguagem de Formatação de Conteúdo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: CSS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  <a:cs typeface="+mj-cs"/>
              </a:rPr>
              <a:t>RECURSOS TECNOLÓGICOS: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DE92-6DAA-7A22-6F4A-43FC6E79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1B71FBEA-3423-5C24-2B75-A0040332B3DB}"/>
              </a:ext>
            </a:extLst>
          </p:cNvPr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6AF6150B-1633-20F1-7CF8-F457F8C651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13317E17-52CD-160D-64D4-15C023768197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7932E6A-A732-60B4-0A72-5CAF66295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lang="pt-BR" dirty="0">
                <a:solidFill>
                  <a:schemeClr val="bg1"/>
                </a:solidFill>
                <a:cs typeface="+mj-cs"/>
              </a:rPr>
              <a:t>OUTROS SOFTWARES</a:t>
            </a:r>
            <a:r>
              <a:rPr dirty="0">
                <a:solidFill>
                  <a:schemeClr val="bg1"/>
                </a:solidFill>
                <a:cs typeface="+mj-cs"/>
              </a:rPr>
              <a:t>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8E2DBD1-11B4-41BA-5529-38652039B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2292" y="2536148"/>
            <a:ext cx="6415405" cy="12452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lnSpc>
                <a:spcPts val="3300"/>
              </a:lnSpc>
              <a:spcBef>
                <a:spcPts val="3075"/>
              </a:spcBef>
              <a:tabLst>
                <a:tab pos="2306320" algn="l"/>
              </a:tabLst>
            </a:pPr>
            <a:r>
              <a:rPr sz="2200" dirty="0">
                <a:latin typeface="Arial MT"/>
                <a:cs typeface="Arial MT"/>
              </a:rPr>
              <a:t>Teste</a:t>
            </a:r>
            <a:r>
              <a:rPr lang="pt-BR" sz="2200" dirty="0">
                <a:latin typeface="Arial MT"/>
                <a:cs typeface="Arial MT"/>
              </a:rPr>
              <a:t>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20" dirty="0">
                <a:latin typeface="Arial MT"/>
                <a:cs typeface="Arial MT"/>
              </a:rPr>
              <a:t> Api:</a:t>
            </a:r>
            <a:r>
              <a:rPr lang="pt-BR" sz="2200" spc="-20" dirty="0"/>
              <a:t> </a:t>
            </a:r>
            <a:r>
              <a:rPr sz="2200" b="1" spc="-10" dirty="0">
                <a:latin typeface="Arial MT"/>
                <a:cs typeface="Arial MT"/>
              </a:rPr>
              <a:t>Postman</a:t>
            </a:r>
            <a:endParaRPr sz="2200" b="1" dirty="0">
              <a:latin typeface="Arial MT"/>
              <a:cs typeface="Arial MT"/>
            </a:endParaRPr>
          </a:p>
          <a:p>
            <a:pPr marL="12700" algn="l">
              <a:lnSpc>
                <a:spcPts val="3229"/>
              </a:lnSpc>
              <a:tabLst>
                <a:tab pos="4756785" algn="l"/>
              </a:tabLst>
            </a:pPr>
            <a:r>
              <a:rPr sz="2200" dirty="0" err="1">
                <a:latin typeface="Arial MT"/>
                <a:cs typeface="Arial MT"/>
              </a:rPr>
              <a:t>Servidor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banco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dados:</a:t>
            </a:r>
            <a:r>
              <a:rPr lang="pt-BR" sz="2200" spc="-10" dirty="0"/>
              <a:t> </a:t>
            </a:r>
            <a:r>
              <a:rPr sz="2200" b="1" spc="-10" dirty="0">
                <a:latin typeface="Arial MT"/>
                <a:cs typeface="Arial MT"/>
              </a:rPr>
              <a:t>Apache</a:t>
            </a:r>
            <a:endParaRPr sz="2200" b="1" dirty="0">
              <a:latin typeface="Arial MT"/>
              <a:cs typeface="Arial MT"/>
            </a:endParaRPr>
          </a:p>
          <a:p>
            <a:pPr marL="12700" marR="5080" algn="l">
              <a:lnSpc>
                <a:spcPts val="3220"/>
              </a:lnSpc>
              <a:spcBef>
                <a:spcPts val="150"/>
              </a:spcBef>
            </a:pPr>
            <a:r>
              <a:rPr sz="2200" dirty="0">
                <a:latin typeface="Arial MT"/>
                <a:cs typeface="Arial MT"/>
              </a:rPr>
              <a:t>Ambiente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 err="1">
                <a:latin typeface="Arial MT"/>
                <a:cs typeface="Arial MT"/>
              </a:rPr>
              <a:t>desenvolvimento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Visual</a:t>
            </a:r>
            <a:r>
              <a:rPr sz="2200" b="1" spc="-8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 MT"/>
                <a:cs typeface="Arial MT"/>
              </a:rPr>
              <a:t>Studio </a:t>
            </a:r>
            <a:r>
              <a:rPr sz="2200" b="1" spc="-20" dirty="0">
                <a:latin typeface="Arial MT"/>
                <a:cs typeface="Arial MT"/>
              </a:rPr>
              <a:t>code</a:t>
            </a:r>
            <a:endParaRPr sz="2200" b="1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54902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8E89F434-DC1A-F841-DF91-9EF9B3E87530}"/>
              </a:ext>
            </a:extLst>
          </p:cNvPr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A718792C-588D-E2F5-ABCA-E166C3DE5B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8BEA8477-D39A-4EB5-AA2F-259D8FA1BF7B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17861"/>
          </a:xfrm>
          <a:prstGeom prst="rect">
            <a:avLst/>
          </a:prstGeom>
        </p:spPr>
        <p:txBody>
          <a:bodyPr vert="horz" wrap="square" lIns="0" tIns="215646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DIAGRAMA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CASO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USO: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1437" y="1365002"/>
            <a:ext cx="4860925" cy="5481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D990C3DE-FBD6-64E3-6A2A-76C499E185A3}"/>
              </a:ext>
            </a:extLst>
          </p:cNvPr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1289626-2810-E5BB-45BA-A44F3C84AA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701105C7-1A4E-EEBD-2CAE-583F1207FA46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08627"/>
          </a:xfrm>
          <a:prstGeom prst="rect">
            <a:avLst/>
          </a:prstGeom>
        </p:spPr>
        <p:txBody>
          <a:bodyPr vert="horz" wrap="square" lIns="0" tIns="206501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LAYOUT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SISTEMA: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815" y="1790700"/>
            <a:ext cx="8214359" cy="3981450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DBC5B7B9-A248-D8FB-B8E4-362D9885B7D9}"/>
              </a:ext>
            </a:extLst>
          </p:cNvPr>
          <p:cNvSpPr txBox="1"/>
          <p:nvPr/>
        </p:nvSpPr>
        <p:spPr>
          <a:xfrm>
            <a:off x="7251700" y="5838825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</a:pPr>
            <a:r>
              <a:rPr sz="1400" b="1" dirty="0" err="1">
                <a:latin typeface="Arial"/>
                <a:cs typeface="Arial"/>
              </a:rPr>
              <a:t>Figura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lang="pt-BR" sz="1400" b="1" spc="-25" dirty="0">
                <a:latin typeface="Arial"/>
                <a:cs typeface="Arial"/>
              </a:rPr>
              <a:t>2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Main</a:t>
            </a:r>
            <a:r>
              <a:rPr lang="pt-BR"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Section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260" y="1044929"/>
            <a:ext cx="8209280" cy="4009389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FD31122-B0C9-4C1F-B3D7-6A1CE644ABFF}"/>
              </a:ext>
            </a:extLst>
          </p:cNvPr>
          <p:cNvSpPr txBox="1"/>
          <p:nvPr/>
        </p:nvSpPr>
        <p:spPr>
          <a:xfrm>
            <a:off x="7400925" y="5054318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</a:pPr>
            <a:r>
              <a:rPr sz="1400" b="1" dirty="0" err="1">
                <a:latin typeface="Arial"/>
                <a:cs typeface="Arial"/>
              </a:rPr>
              <a:t>Figura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lang="pt-BR" sz="1400" b="1" spc="-25" dirty="0">
                <a:latin typeface="Arial"/>
                <a:cs typeface="Arial"/>
              </a:rPr>
              <a:t>2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>
                <a:latin typeface="Arial MT"/>
                <a:cs typeface="Arial MT"/>
              </a:rPr>
              <a:t>Dashboard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3">
            <a:extLst>
              <a:ext uri="{FF2B5EF4-FFF2-40B4-BE49-F238E27FC236}">
                <a16:creationId xmlns:a16="http://schemas.microsoft.com/office/drawing/2014/main" id="{2DB2EA68-4646-0F99-E7C1-B4A13E314486}"/>
              </a:ext>
            </a:extLst>
          </p:cNvPr>
          <p:cNvGrpSpPr/>
          <p:nvPr/>
        </p:nvGrpSpPr>
        <p:grpSpPr>
          <a:xfrm>
            <a:off x="-954" y="3425825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A7D67BF3-1DBA-8CA7-FC8C-01B6A862E4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3F77C5B-3F4D-90FC-81AE-BEDDA8C041C1}"/>
                </a:ext>
              </a:extLst>
            </p:cNvPr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912621" y="5619242"/>
            <a:ext cx="3911600" cy="900246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spcBef>
                <a:spcPts val="1295"/>
              </a:spcBef>
            </a:pPr>
            <a:r>
              <a:rPr lang="pt-BR" b="1" dirty="0">
                <a:latin typeface="Arial"/>
                <a:cs typeface="Arial"/>
              </a:rPr>
              <a:t>Maria</a:t>
            </a:r>
            <a:r>
              <a:rPr lang="pt-BR" b="1" spc="-70" dirty="0">
                <a:latin typeface="Arial"/>
                <a:cs typeface="Arial"/>
              </a:rPr>
              <a:t> </a:t>
            </a:r>
            <a:r>
              <a:rPr lang="pt-BR" b="1" dirty="0">
                <a:latin typeface="Arial"/>
                <a:cs typeface="Arial"/>
              </a:rPr>
              <a:t>Eduarda</a:t>
            </a:r>
            <a:r>
              <a:rPr lang="pt-BR" b="1" spc="-55" dirty="0">
                <a:latin typeface="Arial"/>
                <a:cs typeface="Arial"/>
              </a:rPr>
              <a:t> </a:t>
            </a:r>
            <a:r>
              <a:rPr lang="pt-BR" b="1" dirty="0">
                <a:latin typeface="Arial"/>
                <a:cs typeface="Arial"/>
              </a:rPr>
              <a:t>Humberto </a:t>
            </a:r>
            <a:r>
              <a:rPr lang="pt-BR" b="1" dirty="0" err="1">
                <a:latin typeface="Arial"/>
                <a:cs typeface="Arial"/>
              </a:rPr>
              <a:t>Rask</a:t>
            </a:r>
            <a:endParaRPr lang="pt-BR" b="1" spc="-20" dirty="0">
              <a:latin typeface="Arial"/>
              <a:cs typeface="Arial"/>
            </a:endParaRPr>
          </a:p>
          <a:p>
            <a:pPr marL="12700">
              <a:spcBef>
                <a:spcPts val="1295"/>
              </a:spcBef>
            </a:pPr>
            <a:r>
              <a:rPr lang="pt-BR" spc="-20" dirty="0">
                <a:latin typeface="Arial"/>
                <a:cs typeface="Arial"/>
              </a:rPr>
              <a:t>mariaeduardah0306@gmail.com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9059" y="1469136"/>
            <a:ext cx="2259965" cy="9022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86126" y="3594861"/>
            <a:ext cx="55098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4800" spc="-20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B</a:t>
            </a:r>
            <a:r>
              <a:rPr sz="4800" spc="-40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R</a:t>
            </a:r>
            <a:r>
              <a:rPr sz="4800" spc="-45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4800" spc="-45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G</a:t>
            </a:r>
            <a:r>
              <a:rPr sz="4800" spc="-65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A</a:t>
            </a:r>
            <a:r>
              <a:rPr sz="4800" spc="-20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D</a:t>
            </a:r>
            <a:r>
              <a:rPr sz="4800" spc="-40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4800" spc="-40" dirty="0">
                <a:solidFill>
                  <a:schemeClr val="bg1"/>
                </a:solidFill>
                <a:latin typeface="Arial Black"/>
                <a:cs typeface="Arial Black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Arial Black"/>
                <a:cs typeface="Arial Black"/>
              </a:rPr>
              <a:t>!</a:t>
            </a:r>
            <a:endParaRPr sz="480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8EC0947D-3302-50B5-6345-ADC2C3BA1183}"/>
              </a:ext>
            </a:extLst>
          </p:cNvPr>
          <p:cNvSpPr txBox="1"/>
          <p:nvPr/>
        </p:nvSpPr>
        <p:spPr>
          <a:xfrm>
            <a:off x="5840221" y="5619242"/>
            <a:ext cx="3911600" cy="931024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b="1" dirty="0">
                <a:latin typeface="Arial"/>
                <a:cs typeface="Arial"/>
              </a:rPr>
              <a:t>Hudson</a:t>
            </a:r>
            <a:r>
              <a:rPr lang="pt-BR" b="1" spc="-70" dirty="0">
                <a:latin typeface="Arial"/>
                <a:cs typeface="Arial"/>
              </a:rPr>
              <a:t> </a:t>
            </a:r>
            <a:r>
              <a:rPr lang="pt-BR" b="1" dirty="0">
                <a:latin typeface="Arial"/>
                <a:cs typeface="Arial"/>
              </a:rPr>
              <a:t>Carneiro</a:t>
            </a:r>
            <a:r>
              <a:rPr lang="pt-BR" b="1" spc="-70" dirty="0">
                <a:latin typeface="Arial"/>
                <a:cs typeface="Arial"/>
              </a:rPr>
              <a:t> </a:t>
            </a:r>
            <a:r>
              <a:rPr lang="pt-BR" b="1" spc="-20" dirty="0">
                <a:latin typeface="Arial"/>
                <a:cs typeface="Arial"/>
              </a:rPr>
              <a:t>Bessa</a:t>
            </a: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spc="-20" dirty="0">
                <a:latin typeface="Arial"/>
                <a:cs typeface="Arial"/>
              </a:rPr>
              <a:t>hudsoncarneiro2004@gmail.com</a:t>
            </a:r>
            <a:endParaRPr lang="pt-BR"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275</Words>
  <Application>Microsoft Office PowerPoint</Application>
  <PresentationFormat>Personalizar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Arial MT</vt:lpstr>
      <vt:lpstr>Verdana</vt:lpstr>
      <vt:lpstr>Office Theme</vt:lpstr>
      <vt:lpstr>Análise e Desenvolvimento de Sistemas (ADS)</vt:lpstr>
      <vt:lpstr>DADOS DA EMPRESA:</vt:lpstr>
      <vt:lpstr>OBJETIVOS:</vt:lpstr>
      <vt:lpstr>JUSTIFICATIVA:</vt:lpstr>
      <vt:lpstr>RECURSOS TECNOLÓGICOS:</vt:lpstr>
      <vt:lpstr>OUTROS SOFTWARES:</vt:lpstr>
      <vt:lpstr>DIAGRAMA DE CASO DE USO:</vt:lpstr>
      <vt:lpstr>LAYOUT DO SISTEMA: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SPACE1</dc:creator>
  <cp:lastModifiedBy>Woody Toy</cp:lastModifiedBy>
  <cp:revision>3</cp:revision>
  <dcterms:created xsi:type="dcterms:W3CDTF">2024-12-11T13:48:42Z</dcterms:created>
  <dcterms:modified xsi:type="dcterms:W3CDTF">2024-12-11T15:45:05Z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2024-12-11T00:00:00Z</vt:filetime>
  </property>
  <property fmtid="{D5CDD505-2E9C-101B-9397-08002B2CF9AE}" pid="5" name="Producer">
    <vt:lpwstr>www.ilovepdf.com</vt:lpwstr>
  </property>
</Properties>
</file>